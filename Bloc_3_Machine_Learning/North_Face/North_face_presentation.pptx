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BLOC 3 — MACHINE LEARNING &amp; NLP (COMPLÉMENT)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The North Face Recommender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Système de Recommandation de Produits Outdoor par Traitement du Langage Naturel (TF-IDF)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855F7"/>
                </a:solidFill>
              </a:defRPr>
            </a:pPr>
            <a:r>
              <a:t>Christopher GILLERON  |  Certification CDSD — Jedha Bootcamp  |  Dossier Officiel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01 | CADRAGE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Moteur de Recommandation E-commerce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2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ENJEU BUSINESS THE NORTH FACE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Recommander dynamiquement des articles outdoor pertinents et similaires aux fiches produits consultées par les utilisateurs.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DÉFI DU TRAITEMENT TEXTUEL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Exploiter les descriptions textuelles des produits (caractéristiques techniques, matières, usages) pour calculer la proximité sémantique.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APPROCHE CONTENT-BASED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Modélisation basée sur le contenu textuel sans dépendre de l'historique d'achat utilisateur (résolution du problème de Cold Start).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The North Face Recommender System  |  Certification CDSD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02 | PIPELINE NLP &amp; TF-IDF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Nettoyage &amp; Vectorisation des Descriptions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3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PRÉTRAITEMENT NLTK / SPACY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Tokenisation, passage en minuscules, suppression des stopwords et lemmatisation des termes techniques outdoor.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MATRICE TF-IDF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Transformation des fiches produits en vecteurs numériques pondérés par la spécificité des termes (Term Frequency-Inverse Document Frequency).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orthface_c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334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The North Face Recommender System  |  Certification CDSD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03 | RECHERCHE PAR SIMILARITÉ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Calcul de la Proximité Cosinus (Cosine Similarity)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4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MÉTRIQUE COSINUS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Calcul de l'angle cosinus entre le vecteur du produit actif et l'ensemble du catalogue pour évaluer l'affinité sémantique.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TOP-N RECOMMANDATIONS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Extraction instantanée des 5 produits les plus proches avec filtrage par catégorie (vestes imperméables, sacs techniques, polaires).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orthface_c1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334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The North Face Recommender System  |  Certification CDSD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04 | RECOMMANDATIONS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Intégration Web &amp; Optimisation du Panier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5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GAINS UX &amp; E-COMMERCE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Augmentation estimée de 15% du taux de clic sur les carrousels de recommandations 'Produits similaires' en bas de fiche produit.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HYBRIDATION FUTURE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Coupler la similarité textuelle TF-IDF avec des signaux collaboratifs (achats croisés réels) et des embeddings denses (Sentence-Transformers).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DÉPLOIEMENT EN API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Exposition sous forme de microservice FastAPI avec mise en cache des matrices de similarité pour une latence &lt; 10ms.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The North Face Recommender System  |  Certification CDSD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