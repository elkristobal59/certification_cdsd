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BLOC 3 — MACHINE LEARNING SUPERVISÉ (COMPLÉMENT)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Walmart Store Sales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Modélisation Prédictive des Ventes Hebdomadaires &amp; Optimisation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855F7"/>
                </a:solidFill>
              </a:defRPr>
            </a:pPr>
            <a:r>
              <a:t>Christopher GILLERON  |  Certification CDSD — Jedha Bootcamp  |  Dossier Officiel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01 | CADRAGE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Contexte Métier &amp; Prévision des Ventes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2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PROBLÉMATIQUE RETAIL WALMART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Prédire avec précision les ventes hebdomadaires par magasin afin d'optimiser l'approvisionnement logistique et limiter les ruptures de stock.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COMPLEXITÉ EXOGÈNE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Impact conjoint des facteurs macroéconomiques (taux de chômage, IPC), météorologiques (température) et calendaires (semaines fériées / Super Bowl).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MÉTRIQUE D'ÉVALUATION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Minimisation de l'erreur absolue moyenne (MAE) et maximisation du coefficient de détermination R² sur le jeu de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Walmart Store Sales Prediction  |  Certification CDSD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02 | ANALYSE EXPLORATOIRE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Facteurs Macroéconomiques &amp; Corrélations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3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HÉTÉROGÉNÉITÉ DES MAGASINS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Forte disparité de volume de vente selon la taille du magasin et la zone de chalandise géographique.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POIDS DES JOURS FÉRIÉS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Pics d'activité massifs lors de Thanksgiving et des fêtes de fin d'année, requérant un encodage catégoriel dédié.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1615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Walmart Store Sales Prediction  |  Certification CDSD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03 | PIPELINE DE MODÉLISATION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Benchmark &amp; Régularisation (Lasso / Ridge)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4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PRÉ-TRAITEMENT SCIKIT-LEARN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Standardisation des variables continues (StandardScaler) et One-Hot Encoding des identifiants magasins et périodes fériées.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CONTRÔLE DU SURAPPRENTISSAGE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Mise en place de régressions pénalisées Lasso (L1) pour la sélection automatique de variables et Ridge (L2) pour stabiliser la colinéarité.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15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2939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Walmart Store Sales Prediction  |  Certification CDSD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04 | IMPORTANCE DES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Interprétabilité &amp; Diagnostic Décisionnel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5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HIÉRARCHIE DES POIDS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L'effet d'ancrage du magasin (Store ID) domine les prédictions, suivi par la saisonnalité calendaire et le niveau de chômage local.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PERFORMANCE FINALE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Le modèle de régression linéaire régularisé atteint un R² supérieur à 0.93 en validation, offrant une base prédictive fiable pour la Supply 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lmart_c18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9848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Walmart Store Sales Prediction  |  Certification CDSD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05 | RECOMMANDATIONS MÉTIER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Déploiement Logistique &amp; Plan d'Action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6 /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PLANIFICATION SUPPLY CHAIN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Ajuster les cadences de réassort 3 semaines en amont des fériés majeurs identifiés comme multiplicateurs de chiffre d'affaires.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GESTION DYNAMIQUE DES STOCKS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Adapter les allocations d'inventaire selon le profil macroéconomique et l'historique de chaque magasin.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MONITORING CONTINU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Intégrer les nouvelles données hebdomadaires dans une boucle de ré-entraînement supervisée.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Walmart Store Sales Prediction  |  Certification CDSD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