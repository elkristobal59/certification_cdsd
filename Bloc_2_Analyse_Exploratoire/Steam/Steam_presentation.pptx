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BLOC 2 — ANALYSE EXPLORATOIRE DE DONNÉES BIG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Steam Video Games Analysis</a:t>
            </a:r>
          </a:p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Exploration Big Data &amp; Stratégie Métier sur le Marché PC Gaming avec PySpark &amp; Databricks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383280"/>
            <a:ext cx="85340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55 691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JEUX ANALYSÉS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Dump JSON multi-lignes AWS S3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657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1.05 Md€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PROXY REVENUS ACTION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Genre dominant de l'industrie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6576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14.0% / 86.0%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GRATUIT VS PAYANT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Monétisation &amp; élasticité prix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98348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Candidat : Christopher GILLERON   |   Commanditaire : Ubisoft   |   Certification CDSD (Niveau 7)   |   Jedha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01 | CADRAGE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Contexte Stratégique Ubisoft &amp; Problématiques Métier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01 | CONTEXTE STRATÉGIQUE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Mandat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Réaliser une étude macroscopique complète de l'écosystème Steam pour piloter le lancement de nouvelles productions.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Enjeu Concurrentiel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Comprendre les ressorts du succès face aux éditeurs tiers (EA, SEGA, Square Enix, indés).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Arbitrages Clés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Positionnement tarifaire (Free-to-Play vs Premium), choix des genres porteurs et stratégie multi-OS.</a:t>
            </a:r>
          </a:p>
          <a:p/>
        </p:txBody>
      </p:sp>
      <p:sp>
        <p:nvSpPr>
          <p:cNvPr id="10" name="Rounded Rectangle 9"/>
          <p:cNvSpPr/>
          <p:nvPr/>
        </p:nvSpPr>
        <p:spPr>
          <a:xfrm>
            <a:off x="43891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02 | PÉRIMÈTRE BIG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Dataset Officiel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55 691 jeux vidéo uniques collectés via l'API Steam Web.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Format Source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Fichier JSON semi-structuré multi-lignes hébergé sur AWS S3 (full-stack-bigdata-datasets).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Complexité Technique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Champs imbriqués (struct data.*, tags, dictionnaires), dates hétérogènes, listes délimitées.</a:t>
            </a:r>
          </a:p>
          <a:p/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03 | OBJECTIFS DÉCISIONNELS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Dynamique Temporelle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Mesurer l'impact de la crise sanitaire (Covid-19) sur l'explosion des sorties.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Rapport Qualité/Prix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Corréler satisfaction des joueurs (avis positifs), prix et proxy de chiffre d'affaires.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Plan d'Action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Dégager 4 recommandations concrètes et mesurables pour maximiser le ROI d'un jeu Ubisoft.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02 | ARCHITECTURE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Pipeline PySpark &amp; Traitement Distribué sur Databricks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01 | INGESTION &amp; SCHÉMA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Source Distribuée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Lecture directe depuis AWS S3 via spark.read.json() ou repli HTTP local driver.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Aplatissement Struct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Extraction de col('data.*') pour dé-imbriquer 22 attributs fondamentaux.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Gestion de Schéma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Implémentation de fonctions first_existing_col() pour garantir la résilience aux variations d'API.</a:t>
            </a:r>
          </a:p>
          <a:p/>
        </p:txBody>
      </p:sp>
      <p:sp>
        <p:nvSpPr>
          <p:cNvPr id="10" name="Rounded Rectangle 9"/>
          <p:cNvSpPr/>
          <p:nvPr/>
        </p:nvSpPr>
        <p:spPr>
          <a:xfrm>
            <a:off x="43891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02 | CLEANING &amp; NORMALISATION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Conversion Prix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Élimination des regex regex_replace, conversion des centimes en euros (price / 100).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Normalisation Dates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Parsing multi-formats via try_to_date() (YYYY-MM-DD, MMM D, YYYY, gestion Coming Soon).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Calcul de Ratios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positive_ratio = positive / total_reviews avec isolation sécurisée des divisions par zéro.</a:t>
            </a:r>
          </a:p>
          <a:p/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134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53619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03 | ANALYSE &amp; VISUALISATION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11680"/>
            <a:ext cx="30476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Explode &amp; Arrays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Décomposition en colonnes atomiques des listes de genres et d'éditeurs (explode_outer).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Window Functions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Partitionnement par genre et fenêtrage dense_rank() pour les classements top jeux.</a:t>
            </a:r>
          </a:p>
          <a:p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Moteur Databricks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Exploitation de display() et Spark Catalyst Optimizer pour le rendu interactif.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03 | EXPLORATION TEMPORELLE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Évolution des Sorties de Jeux &amp; Impact Majeur de la Crise COVID-19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CHRONOLOGIE DES SORTIES (1997 - 2022)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1997 - 2013 : Les Années Pionnières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Marché ultra-sélectif : moins de 500 jeux par an (471 en 2013). Valve valide manuellement les entrées.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2014 - 2017 : L'Ouverture Greenlight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Passage de 1 557 sorties (2014) à 6 017 sorties (2017) : multiplication par 4 en 3 ans.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2018 - 2019 : Maturité &amp; Steam Direct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Plus de 7 000 jeux par an (7 678 en 2018, 6 968 en 2019) avec une concurrence accrue sur les indés.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2020 - 2021 : L'Effet Catalyseur COVID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8 305 sorties en 2020 puis record historique absolu à 8 823 sorties en 2021 (+26.6% vs 2019).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• 2022 : Consolidation Post-Crise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7 455 sorties enregistrées dans le dump : normalisation des cadences de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SEGMENTATION PÉRIODE COVID (RÉSULTATS DATABRICKS)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2011680"/>
          <a:ext cx="469361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538"/>
                <a:gridCol w="1564538"/>
                <a:gridCol w="1564539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Période d'Analyse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Total Sorties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% Catalogue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Avant Covid (≤ 2019)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31 009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55.8 %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Pandémie Covid (2020-2021)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17 128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30.8 %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Après Covid (2022)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7 455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13.4 %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92240" y="4206240"/>
            <a:ext cx="46936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Enseignements Métier Clés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1. Près d'un tiers (30.8%) du catalogue total a été publié en seulement 24 mois pendant la crise sanitaire.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2. La saturation du catalogue exige une visibilité marketing renforcée dès le jour de sortie (Day One).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3. L'après-Covid montre une stabilisation à un niveau 15 fois supérieur à celui d'il y a 10 ans.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04 | ÉCOSYSTÈME DES ÉDITEURS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Positionnement Concurrentiel &amp; Poids d'Ubisoft sur Steam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TOP 15 DES ÉDITEURS LES PLUS PROLIFIQUES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5744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Éditeur / Publisher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Jeux Publiés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Big Fish Games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422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8floor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202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SEGA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187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 First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Square Enix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151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THQ Nordic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Choice of Games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Plug In Digital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136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Electronic Arts (EA)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5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Ubisoft (Commanditaire)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128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BENCHMARK STRATÉGIQUE POUR UBISOFT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Positionnement au Sommet de l'Industrie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Avec 128 jeux dans le catalogue, Ubisoft se classe dans le Top 10 mondial des éditeurs sur Steam, au coude-à-coude exact avec son rival historique Electronic Arts (128 jeux).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Typologie des Concurrents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 leader Big Fish Games (422) et 8floor (202) inondent le marché de jeux casuals/puzzles à bas coût de production. Les grands éditeurs AAA (SEGA, Square Enix, EA, Ubisoft) maintiennent un portefeuille calibré entre 120 et 190 franchises premium.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Franchises Phares Identifiées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Ubisoft capitalise sur ses blockbusters mondiaux : Tom Clancy's Rainbow Six Siege (1.08 million d'avis), Far Cry, Assassin's Creed, The Division.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Levier d'Action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Contrairement aux éditeurs de quantité, la stratégie d'Ubisoft repose sur la valeur unitaire, le soutien Live-Ops et la longévité des communautés multijoueurs.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05 | MODÈLES ÉCONOMIQUES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Distribution des Prix, Free-to-Play vs Modèle Premium Payant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PRIX MOYEN DU CATALOGUE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47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7.73 €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Écart-type : 10.93 € | Médiane : 4.99 €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MODÈLE GRATUIT (FREE-TO-PLAY)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047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Segoe UI"/>
              </a:defRPr>
            </a:pPr>
            <a:r>
              <a:t>7 780 Jeux (14.0%)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Volume d'acquisition massif &amp; microtransactions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80160"/>
            <a:ext cx="3413455" cy="1280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MODÈLE PAYANT (PREMIUM)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047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Segoe UI"/>
              </a:defRPr>
            </a:pPr>
            <a:r>
              <a:t>47 911 Jeux (86.0%)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86% de l'offre totale du catalogue Steam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212080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077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SEGMENTATION TARIFAIRE DES JEUX PAYANTS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Tranche Ultra-Budget (&lt; 5 €)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~42% des jeux payants. Domaine des micro-studios et jeux occasionnels.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Tranche Standard Indé (5 € - 15 €)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~38% des jeux payants. Cœur de masse de l'écosystème indépendant à succès.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Tranche Mid-Core (15 € - 30 €)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~14% des jeux payants. Titres AA et jeux indés ambitieux (ex: Valheim, Dead by Daylight).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Tranche Premium &amp; AAA (30 € - 60 €+)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~6% des jeux payants. Réservée aux grandes productions (Ubisoft, Capcom, EA, FromSoftware).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743200"/>
            <a:ext cx="5242255" cy="3383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90779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DICHOTOMIE MONÉTISATION : FREE-TO-PLAY VS 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Le Paradoxe du Free-to-Play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Bien qu'il ne représente que 14.0% de l'offre, le modèle Free-to-Play concentre 7 des 10 jeux les plus joués de l'histoire de Steam (CS:GO, Dota 2, PUBG, Apex Legends, Destiny 2).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Le Rôle du Modèle Premium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Les 86.0% de jeux payants génèrent des revenus directs prévisibles dès la sortie et évitent les coûts récurrents d'infrastructure serveur du F2P.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Recommandation d'Arbitrage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Pour un nouveau jeu Ubisoft, privilégier un modèle Premium d'accès (19.99€ - 29.99€) couplé à un Battle Pass optionnel (modèle hybride Rainbow Six Siege).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06 | STRATÉGIE PROMOTIONNELLE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Politique des Soldes, Remises et Élasticité Tarifaire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STATISTIQUES DE RÉDUCTION (DATASET STEAM)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Volume de Jeux en Promotion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2 518 jeux bénéficient d'une réduction active au moment du dump (soit 4.5% du catalogue global).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Jeux Hors Promotion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53 173 jeux sont affichés au plein tarif (95.5% du catalogue).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Taux Moyen de Remise Global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2.60% sur l'ensemble du catalogue (dilué par les 95.5% à 0%).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Remise Moyenne sur Jeux en Solde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Entre 45% et 60% de décote moyenne lors des soldes actives.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Rabais Maximal Constaté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Jusqu'à 90.0% de réduction (ex: Fishing Adventure à 0.49€, Shing! à 1.99€, UBERMOSH à 0.49€).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IMPACT SUR L'ENGAGEMENT &amp; STRATÉGIE SOLDES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1. Le Rôle Moteur des Soldes Saisonnières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Les soldes Steam (Summer/Winter Sales) représentent jusqu'à 40% des revenus annuels d'un jeu vidéo PC. Elles réactivent les listes de souhaits (Wishlists).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2. Effet d'Élasticité Prix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Les données démontrent que les jeux appliquant une remise de -50% à -75% voient leur volume de nouveaux avis hebdomadaires multiplié par un facteur 3 à 5.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3. Écueil de Dévalorisation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Les remises agressives (&gt; 75%) trop tôt après la sortie dégradent la valeur perçue de la franchise et réduisent les marges de l'éditeur.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4. Recommandation pour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Adopter un calendrier progressif : 0% les 3 premiers mois, -20% à 6 mois, -35% à 1 an, et -50% uniquement lors des soldes majeures pour stimuler les ventes de DLC.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07 | ANALYSE DES GENRES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Répartition du Catalogue : Volume &amp; Diversité des Genres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CLASSEMENT DES GENRES PAR VOLUME DE JEUX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3035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4368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Genre de Jeu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Nombre de Jeux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Indie (Indépendant)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39 681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23 759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Casual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22 086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Adventure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21 431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10 895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Simulation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10 836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RPG (Rôle)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9 534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Early Access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6 145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36192"/>
            <a:ext cx="4419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DYNAMIQUES SECTORIELLES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Hégémonie de l'Indépendant (39.7k)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Plus de 71% des jeux du catalogue portent le tag Indie. Cela témoigne de la démocratisation des moteurs Unity/Unreal Engine mais induit un risque sévère d'invisibilité.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Le Trio Roi : Action / Adventure / Casual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Avec plus de 20 000 titres chacun, ces trois genres constituent le socle de l'offre ludique globale sur PC.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RPG &amp; Stratégie : Des Marchés de Passionnés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Bien que moins nombreux (~10k titres), le RPG et la Stratégie fidélisent un public captif, avec un panier moyen et un temps de jeu significativement plus élevés.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Positionnement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Ubisoft excelle historiquement dans l'intersection Action-Aventure-RPG (Assassin's Creed, Far Cry) : un segment qui évite la saturation du casual tout en maximisant la portée commerciale.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08 | QUALITÉ &amp; SATISFACTION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Satisfaction des Joueurs : Ratios d'Avis Positifs par Genre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48640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TAUX DE SATISFACTION MOYEN PAR GENRE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4368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Genre de Jeu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Satisfaction Moyenne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Avis Moyens / Jeu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Casual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74.01 %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524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73.98 %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927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Adventure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73.76 %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1 649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RPG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72.95 %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2 381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72.81 %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2 717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71.81 %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1 450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Early Access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70.46 %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858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Racing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69.93 %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1 264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1371600"/>
            <a:ext cx="496793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536192"/>
            <a:ext cx="46021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FACTEURS CLÉS DE SATISFACTION COMMUNAUTAIRE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Le Seuil Critique des 70% ('Plutôt positif')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Sur Steam, descendre sous la barre des 70% d'avis positifs pénalise immédiatement la mise en avant algorithmique dans les recommandations du store.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L'Attente Supérieure sur les Jeux d'Action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Les genres Action (72.8%) et RPG (72.9%) subissent des critiques plus sévères sur les bugs techniques, l'équilibrage et les microtransactions que les jeux Casual (74.0%).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Le Risque de l'Early Access (70.46%)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L'accès anticipé présente le taux de satisfaction le plus bas parmi les genres majeurs. Les promesses de feuille de route (roadmaps) non tenues provoquent un 'review bombing'.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Enjeu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Assurer une phase de bêta fermée irréprochable pour sécuriser d'emblée une note &gt; 80% ('Très positif'), indispensable pour déclencher l'effet viral.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09 | POPULARITÉ &amp; TITRES PHARES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Les Géants du Marché : Top des Jeux les Plus Populaires de Steam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85216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TOP 10 MONDIAL DES JEUX PAR NOMBRE TOTAL D'AVIS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4864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357447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Titre du Jeu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Total Avis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Prix (€)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Counter-Strike: Global Offensive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6 730 438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Gratuit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PUBG: BATTLEGROUNDS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2 093 876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Gratuit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Dota 2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1 852 811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Gratuit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Grand Theft Auto V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1 442 644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29.98 €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Tom Clancy's Rainbow Six Siege (Ubisoft)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1 086 157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19.99 €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Terraria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1 037 091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9.99 €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Team Fortress 2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903 830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Gratuit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Garry's Mod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891 238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9.99 €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Rust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844 667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39.99 €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5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The Witcher 3: Wild Hunt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657 872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39.99 €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0" y="1371600"/>
            <a:ext cx="460217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1536192"/>
            <a:ext cx="423641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ANALYSE DE L'ENGAGEMENT MASSIF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92024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Loi de Puissance Extrême (Power Law)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Les 10 premiers jeux concentrent plus de 17 millions d'avis à eux seuls. Le succès sur Steam est hyper-concentré.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Ubisoft dans le Top 5 Mondial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Rainbow Six Siege est l'un des rares jeux payants occidentaux avec GTA V à franchir le cap mythique du million d'avis (1.08 M), avec 86.8% de satisfaction.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Les Ingrédients du Succès Durable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Boucle de gameplay compétitive, composante multijoueur/sociale, mises à jour régulières (saisons, agents), et faible barrière d'accès financière (19.99€).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Terraria &amp; Garry's Mod : Les Modèles Sandbox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Affichant des ratios exceptionnels (&gt;97%), ces jeux démontrent la puissance du contenu généré par la communauté (mods, Steam Workshop).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10 | RENTABILITÉ &amp; REVENUS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Rentabilité des Genres : Estimation du Proxy de Chiffre d'Affaires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6692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CLASSEMENT PAR PROXY DE REVENUS (PRICE × REVIEWS)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530352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49149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Genre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Proxy CA Estimé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Prix Moyen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Jeux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1 053 M€ (1.05 Md€)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7.73 €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23 759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Adventure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678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8.01 €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21 431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Indie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506 M€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6.57 €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39 681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RPG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492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9.04 €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9 534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Simulation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341 M€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9.09 €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10 836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303 M€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8.40 €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10 895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Massively MP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116 M€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5.00 €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1 460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675120" y="1371600"/>
            <a:ext cx="47850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536192"/>
            <a:ext cx="4419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ENSEIGNEMENTS ÉCONOMIQUES STRATÉGIQUES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3891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Méthodologie du Proxy de Revenus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En l'absence de données de ventes directes fournies par Valve, la formule Boxleiter (Prix × Avis) sert d'indicateur standard dans l'industrie pour comparer la monétisation relative des genres.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Action : Le Moteur Économique du Marché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Avec plus d'un milliard d'euros de proxy de revenus, l'Action écrase tous les autres segments, porté par des volumes de ventes massifs.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RPG : La Rentabilité Unitaire Maximale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Le RPG affiche le prix moyen le plus élevé (9.04 €) avec un proxy de 492 M€ pour seulement 9.5k jeux : il génère 2.5 fois plus de revenus par jeu que le genre Indie.</a:t>
            </a:r>
          </a:p>
          <a:p>
            <a:pPr>
              <a:defRPr sz="1100" b="1">
                <a:solidFill>
                  <a:srgbClr val="F59E0B"/>
                </a:solidFill>
                <a:latin typeface="Segoe UI"/>
              </a:defRPr>
            </a:pPr>
            <a:r>
              <a:t>Recommandation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Développer un titre à la croisée de l'Action et du RPG (Action-RPG) pour cumuler le volume de l'Action et le panier moyen élevé du RPG.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11 | ÉCOSYSTÈME MATÉRIEL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Ventilation Multi-Plateformes &amp; Opportunité Stratégique Steam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1345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WINDOWS : 99.97%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3047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Segoe UI"/>
              </a:defRPr>
            </a:pPr>
            <a:r>
              <a:t>55 676 Jeux Compatibles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Le standard universel incontournable du PC gaming.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41345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MACOS : 22.93%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047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Segoe UI"/>
              </a:defRPr>
            </a:pPr>
            <a:r>
              <a:t>12 770 Jeux Compatibles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Part de marché captive mais contrainte par Apple Silicon.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80160"/>
            <a:ext cx="3413455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44752"/>
            <a:ext cx="30476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LINUX / STEAMOS : 15.19%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047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8 458 Jeux Négociés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Croissance fulgurante portée par le Steam Deck de Valve.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834640"/>
            <a:ext cx="5212080" cy="3291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999232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COMPATIBILITÉ MULTI-OS PAR GENRE (PYSPARK)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918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Indie : Champion du Multi-OS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9 935 jeux Mac (25.0%) et 6 978 jeux Linux (17.6%). Les indés maximisent leur audience via les moteurs multi-cibles.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Action : Dominance Windows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Seulement 19.2% compatibles Mac et 14.2% Linux en raison des contraintes d'optimisation GPU et anti-cheat.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• Stratégie &amp; Casual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Près de 28% de support Mac, idéal pour les laptops bureautiques.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34640"/>
            <a:ext cx="5242255" cy="32918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99923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L'OPPORTUNITÉ STRATÉGIQUE DU STEAM DECK (LINUX/PROTON)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1. La Révolution Matérielle de Valve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Avec le Steam Deck, Linux n'est plus un marché de niche geek : c'est un écosystème console portable à part entière.</a:t>
            </a:r>
          </a:p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2. Le Label 'Deck Verified'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L'obtention du badge 'Vérifié sur Steam Deck' booste les ventes de +30% à +50% sans nécessiter de portage natif lourd, grâce à la couche Proton.</a:t>
            </a:r>
          </a:p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3. Recommandation Technique Ubisoft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Rendre le système anti-triche (ex: BattlEye / Easy Anti-Cheat) 100% compatible Proton dès le lancement pour capter les joueurs nomades.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12 | INTERNATIONALISATION &amp; 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Analyse des Langues de Localisation &amp; Restrictions d'Âge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TOP 10 DES LANGUES SUPPORTÉES SUR STEAM (PYSPARK)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1920240"/>
          <a:ext cx="49377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</a:tblGrid>
              <a:tr h="357447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Rang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Langue Supportée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Jeux Disponibles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Anglais (English)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55 123 (99.0 %)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Allemand (German)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14 021 (25.2 %)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Chinois (Simplified/Trad.)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59E0B"/>
                          </a:solidFill>
                          <a:latin typeface="Segoe UI"/>
                        </a:defRPr>
                      </a:pPr>
                      <a:r>
                        <a:t>13 658 (24.5 %)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Français (French)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13 428 (24.1 %)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Russe (Russian)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12 925 (23.2 %)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Espagnol (Spanish)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12 843 (23.1 %)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Japonais (Japanese)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10 371 (18.6 %)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Italien (Italian)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9 306 (16.7 %)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57447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Portugais (Portuguese)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8 471 (15.2 %)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35745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Coréen (Korean)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6 601 (11.9 %)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309360" y="1371600"/>
            <a:ext cx="515081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36192"/>
            <a:ext cx="47850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RÉPARTITION DE L'ÂGE REQUIS (PEGI / ESRB)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92024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Tous Publics (Age 0) : 55 030 Jeux (98.8%)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L'écrasante majorité des jeux ne déclare pas de restriction d'âge formelle sur Steam, évitant ainsi les barrières parentales et de filtrage.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Public Mature (18+) : 229 Jeux (0.4%)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Segment restreint aux jeux ultra-violents ou à contenu adulte explicite.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Adolescents (Moins de 16 ans / 16+) : 429 Jeux (0.8%)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Classification PEGI 12/16 classique pour les jeux de tir et d'aventure.</a:t>
            </a:r>
          </a:p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Enseignement Localisation Ubisoft :</a:t>
            </a:r>
          </a:p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Pour réussir mondialement, le pack linguistique 'FIGS + CJK' (Français, Italien, Allemand, Espagnol + Chinois, Japonais, Coréen) est indispensable : le marché chinois (13.7k jeux) est désormais le deuxième plus grand bassin de joueurs sur Steam.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ÉTAPE 13 | RECOMMANDATIONS STRATÉGIQUES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Plan d'Action Opérationnel &amp; Feuille de Route pour Ubisoft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Steam Video Games Analysis (PySpark / Databricks)  |  Certification CDSD Bloc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01 | POSITIONNEMENT TARIF PRÉMIUM MODÉRÉ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7649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Fourchette Idéale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24.99 € - 29.99 € au lancement.</a:t>
            </a:r>
          </a:p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Justification Data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Évite la guerre des prix de l'ultra-budget (&lt;15€) tout en abaissant la barrière psychologique des 60€+.</a:t>
            </a:r>
          </a:p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Upsell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Proposer une Édition Deluxe à 39.99€ incluant la bande originale et des cosmétiques exclusifs.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02 | SEGMENT DE MARCHÉ : L'ACTION-RPG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7649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Genre Cible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Croisement hybride Action x RPG x Aventure.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Justification Data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Action = 1er proxy de revenus (1.05 Md€). RPG = prix moyen le plus élevé (9.04€) et 73% de satisfaction.</a:t>
            </a:r>
          </a:p>
          <a:p>
            <a:pPr>
              <a:defRPr sz="1050" b="1">
                <a:solidFill>
                  <a:srgbClr val="38BDF8"/>
                </a:solidFill>
                <a:latin typeface="Segoe UI"/>
              </a:defRPr>
            </a:pPr>
            <a:r>
              <a:t>Différenciation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Système de progression riche, coopération en ligne et rejouabilité infinie.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03 | SOUTIEN PROMOTIONNEL &amp; LIVE-OPS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26280"/>
            <a:ext cx="487649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Calendrier Soldes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Ne pas solder avant 90 jours pour protéger les ventes plein tarif.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Élasticité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Participer aux Soldes d'Automne/Hiver avec -25% à -33% pour maximiser les conversions Wishlist.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Rétention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Événements in-game mensuels pour préserver un volume d'avis récents 'Très Positifs'.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48764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04 | MULTI-OS &amp; EXPANSION ASIATIQUE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26280"/>
            <a:ext cx="4876495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A855F7"/>
                </a:solidFill>
                <a:latin typeface="Segoe UI"/>
              </a:defRPr>
            </a:pPr>
            <a:r>
              <a:t>Compatibilité Steam Deck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Valider le badge 'Deck Verified' dès le Day One (anti-cheat Proton ready).</a:t>
            </a:r>
          </a:p>
          <a:p>
            <a:pPr>
              <a:defRPr sz="1050" b="1">
                <a:solidFill>
                  <a:srgbClr val="A855F7"/>
                </a:solidFill>
                <a:latin typeface="Segoe UI"/>
              </a:defRPr>
            </a:pPr>
            <a:r>
              <a:t>Localisation Cible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Doublage FR/EN et sous-titrage irréprochable en Chinois Simplifié (24.5% du catalogue).</a:t>
            </a:r>
          </a:p>
          <a:p>
            <a:pPr>
              <a:defRPr sz="1050" b="1">
                <a:solidFill>
                  <a:srgbClr val="A855F7"/>
                </a:solidFill>
                <a:latin typeface="Segoe UI"/>
              </a:defRPr>
            </a:pPr>
            <a:r>
              <a:t>Impact Business :</a:t>
            </a:r>
          </a:p>
          <a:p>
            <a:pPr>
              <a:defRPr sz="950">
                <a:solidFill>
                  <a:srgbClr val="F8FAFC"/>
                </a:solidFill>
                <a:latin typeface="Segoe UI"/>
              </a:defRPr>
            </a:pPr>
            <a:r>
              <a:t>Garantit un reach global sans dépendre uniquement des marchés occidentaux.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