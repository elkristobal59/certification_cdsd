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BLOC 2 — ANALYSE EXPLORATOIRE DE DONNÉES (COMPLÉMENT)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Steam Video Games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94A3B8"/>
                </a:solidFill>
              </a:defRPr>
            </a:pPr>
            <a:r>
              <a:t>Exploration Big Data &amp; Stratégie Métier sur le Marché PC Gaming avec PySpark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4864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855F7"/>
                </a:solidFill>
              </a:defRPr>
            </a:pPr>
            <a:r>
              <a:t>Christopher GILLERON  |  Certification CDSD — Jedha Bootcamp  |  Dossier Officiel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ÉTAPE 01 | CADRAGE DU PROJET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Contexte Métier &amp; Analyse Big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2 /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10332720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CONTEXTE STRATÉGIQUE UBISOFT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Étude de marché à grande échelle sur la plateforme Steam pour éclairer la conception et le positionnement d'un futur titre majeur.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08960"/>
            <a:ext cx="106984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82112"/>
            <a:ext cx="10332720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855F7"/>
                </a:solidFill>
              </a:defRPr>
            </a:pPr>
            <a:r>
              <a:t>VOLUME &amp; DONNÉES SEMI-STRUCTURÉES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Catalogue JSON multi-lignes hébergé sur AWS S3, nécessitant aplatissement (flattening) et typage strict des structures imbriquées.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6984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645152"/>
            <a:ext cx="10332720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OBJECTIFS DÉCISIONNELS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Comprendre les dynamiques temporelles des sorties, l'arbitrage Free-to-Play vs Payant, et les déterminants de satisfaction des joueurs.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Christopher GILLERON  |  Steam Video Games Analysis  |  Certification CDSD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ÉTAPE 02 | ARCHITECTURE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Pipeline PySpark &amp; Traitement Distribué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3 /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10332720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INGESTION CLOUD S3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Lecture optimisée avec Spark SQL et inférence de schéma sur le dump JSON brut du catalogue Steam.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08960"/>
            <a:ext cx="106984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82112"/>
            <a:ext cx="10332720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855F7"/>
                </a:solidFill>
              </a:defRPr>
            </a:pPr>
            <a:r>
              <a:t>WINDOW FUNCTIONS &amp; AGRÉGATIONS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Calculs des rangs par genre, ventilation multi-plateformes et fenêtrage partitionné par éditeur.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6984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645152"/>
            <a:ext cx="10332720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NETTOYAGE &amp; NORMALISATION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Conversion des tarifs en euros, parsing robuste des formats de date et gestion des valeurs nulles.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Christopher GILLERON  |  Steam Video Games Analysis  |  Certification CDSD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ÉTAPE 03 | EXPLORATION TEMPORELLE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Évolution des Sorties &amp; Impact COVID-19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4 /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30352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4937760" cy="1911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EXPLOSION DE L'OFFRE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Croissance exponentielle du catalogue entre 2012 et 2022, intensifiant la concurrence sur la visibilité.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30352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13632"/>
            <a:ext cx="4937760" cy="1911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855F7"/>
                </a:solidFill>
              </a:defRPr>
            </a:pPr>
            <a:r>
              <a:t>PIC HISTORIQUE 2020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Accélération de +28.2% des sorties durant la crise sanitaire, portée par l'essor du jeu à domicile et des studios indés.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60020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team_releases_covid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514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Christopher GILLERON  |  Steam Video Games Analysis  |  Certification CDSD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ÉTAPE 04 | MODÈLES ÉCONOMIQUES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Pricing &amp; Segmentation Free-to-Play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5 /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30352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4937760" cy="1911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PART DU FREE-TO-PLAY (18.4%)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Modèle minoritaire en volume mais concentrateur de l'engagement massif et des microtransactions.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30352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13632"/>
            <a:ext cx="4937760" cy="1911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855F7"/>
                </a:solidFill>
              </a:defRPr>
            </a:pPr>
            <a:r>
              <a:t>COUR DE MASSE : 5€ - 15€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Plus de 41% des titres payants se situent dans cette tranche, standard d'or pour la rentabilité des jeux indépendants.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60020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team_pricing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095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Christopher GILLERON  |  Steam Video Games Analysis  |  Certification CDSD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ÉTAPE 05 | GENRES &amp; SATISFACTION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Standards de Qualité &amp; Multi-OS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6 /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30352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4937760" cy="1911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GENRES PLÉBISCITÉS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Les jeux Indépendants (85.6%) et RPG (82.1%) enregistrent les taux d'avis positifs les plus élevés auprès de la communauté.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30352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13632"/>
            <a:ext cx="4937760" cy="1911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855F7"/>
                </a:solidFill>
              </a:defRPr>
            </a:pPr>
            <a:r>
              <a:t>UNIVERSALITÉ DE WINDOWS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Socle universel (74.2% exclusif), avec une part croissante (25.8%) s'ouvrant au multi-plateforme (MacOS / Linux / Steam Deck).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60020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team_genres_and_platfo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19343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Christopher GILLERON  |  Steam Video Games Analysis  |  Certification CDSD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ÉTAPE 06 | RECOMMANDATIONS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Plan d'Action &amp; Synthèse Métier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7 /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10332720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RECOMMANDATION PRICING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Positionner le titre entre 19.99€ et 29.99€ pour équilibrer perception de qualité premium et volume d'acquisition.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08960"/>
            <a:ext cx="106984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82112"/>
            <a:ext cx="10332720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855F7"/>
                </a:solidFill>
              </a:defRPr>
            </a:pPr>
            <a:r>
              <a:t>ENGAGEMENT COMMUNAUTAIRE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Soigner la boucle de gameplay dès l'Early Access pour sécuriser le seuil critique des 80% d'avis positifs favorables à l'algorithme Steam.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6984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645152"/>
            <a:ext cx="10332720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SUPPORT MULTI-OS / STEAMOS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Optimiser la compatibilité Proton / Linux pour adresser la base installée grandissante du Steam Deck.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Christopher GILLERON  |  Steam Video Games Analysis  |  Certification CDSD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